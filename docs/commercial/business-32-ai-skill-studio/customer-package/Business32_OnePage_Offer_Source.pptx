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6CB0"/>
                </a:solidFill>
                <a:latin typeface="NanumSquareRound"/>
              </a:rPr>
              <a:t>Business 32 · AI 업무 스킬 전환 프로그램 — 10초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제안검토용 · 합성 샘플 기반 · 사람 검토와 승인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누구를 위한 것: 반복업무를 수행하는 조직과 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90472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문제: AI를 개인별·일회성으로 사용해 결과물 품질이 사람마다 다름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12264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업무 스킬: 입력자료·단계·증거·검토·예외·승인 기준이 붙은 재사용 가능한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7121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anumSquareRound"/>
              </a:rPr>
              <a:t>Offer A — 설계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NanumSquareRound"/>
              </a:rPr>
              <a:t>1~2일 · 업무 1개 · 300만~500만원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743200"/>
            <a:ext cx="3657600" cy="1097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87121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anumSquareRound"/>
              </a:rPr>
              <a:t>Offer B — 전환 스프린트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NanumSquareRound"/>
              </a:rPr>
              <a:t>2~3주 · 업무 1개 · 500만~800만원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657600" cy="10972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7121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anumSquareRound"/>
              </a:rPr>
              <a:t>Offer C — 팀 라이브러리 파일럿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NanumSquareRound"/>
              </a:rPr>
              <a:t>4~6주 · 업무 3개 · 팀 1개 · 1,200만~2,000만원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첫 행동: 반복업무 1개를 Skill Discovery Worksheet으로 선정 (실제 파일 불필요)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53712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가격은 가설입니다. 확정 가격이 아닙니다.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75504"/>
            <a:ext cx="11292840" cy="54864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NanumSquareRound"/>
              </a:rPr>
              <a:t>사람 검토와 승인이 필수입니다. AI가 자동 승인하지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 · 제공자 정보 최종 확정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