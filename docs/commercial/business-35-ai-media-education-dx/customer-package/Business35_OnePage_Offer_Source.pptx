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말할 내용: 1페이지 안에 문제·방식·상품·가격·다음 단계를 설명한다.</a:t>
            </a:r>
          </a:p>
          <a:p/>
          <a:p>
            <a:r>
              <a:t>고객에게 물어볼 질문: 어떤 업무가 가장 시간이 많이 걸리나요?</a:t>
            </a:r>
          </a:p>
          <a:p/>
          <a:p>
            <a:r>
              <a:t>과장해서는 안 되는 부분: 가격을 확정 가격처럼 말하지 않고, 성과·정부지원금을 보장하지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201168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Malgun Gothic"/>
              </a:rPr>
              <a:t>Business 35 · AI Media Education &amp; DX</a:t>
            </a:r>
          </a:p>
          <a:p>
            <a:r>
              <a:rPr sz="1600">
                <a:solidFill>
                  <a:srgbClr val="C9D6E3"/>
                </a:solidFill>
                <a:latin typeface="Malgun Gothic"/>
              </a:rPr>
              <a:t>AI 업무전환 프로그램 — 1페이지 소개</a:t>
            </a:r>
          </a:p>
          <a:p>
            <a:r>
              <a:rPr sz="1300" b="1">
                <a:solidFill>
                  <a:srgbClr val="C9D6E3"/>
                </a:solidFill>
                <a:latin typeface="Malgun Gothic"/>
              </a:rPr>
              <a:t>제공: 파디엠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algun Gothic"/>
              </a:rPr>
              <a:t>조직의 실제 미디어 업무 한 흐름을 입력하면, AI 적용 후보·사람 검토 지점·추천 파일럿·운영 산출물을 한 번에 구성한다.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965960"/>
            <a:ext cx="54864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sz="1200" b="1">
                <a:solidFill>
                  <a:srgbClr val="2E5E8C"/>
                </a:solidFill>
                <a:latin typeface="Malgun Gothic"/>
              </a:rPr>
              <a:t>사용자가 실제로 하는 일 (V3.1)</a:t>
            </a:r>
          </a:p>
          <a:p>
            <a:r>
              <a:rPr sz="1000" b="0">
                <a:solidFill>
                  <a:srgbClr val="1F3A5F"/>
                </a:solidFill>
                <a:latin typeface="Malgun Gothic"/>
              </a:rPr>
              <a:t>• 현재 미디어 업무의 병목을 확인한다</a:t>
            </a:r>
          </a:p>
          <a:p>
            <a:r>
              <a:rPr sz="1000" b="0">
                <a:solidFill>
                  <a:srgbClr val="1F3A5F"/>
                </a:solidFill>
                <a:latin typeface="Malgun Gothic"/>
              </a:rPr>
              <a:t>• 조직·결과물·병목·팀 규모·AI 사용 상태를 입력한다</a:t>
            </a:r>
          </a:p>
          <a:p>
            <a:r>
              <a:rPr sz="1000" b="0">
                <a:solidFill>
                  <a:srgbClr val="1F3A5F"/>
                </a:solidFill>
                <a:latin typeface="Malgun Gothic"/>
              </a:rPr>
              <a:t>• 조직별 진단과 새 업무 흐름을 확인한다</a:t>
            </a:r>
          </a:p>
          <a:p>
            <a:r>
              <a:rPr sz="1000" b="0">
                <a:solidFill>
                  <a:srgbClr val="1F3A5F"/>
                </a:solidFill>
                <a:latin typeface="Malgun Gothic"/>
              </a:rPr>
              <a:t>• 사람 검토 지점과 운영 산출물을 확인한다</a:t>
            </a:r>
          </a:p>
          <a:p>
            <a:r>
              <a:rPr sz="1000" b="0">
                <a:solidFill>
                  <a:srgbClr val="1F3A5F"/>
                </a:solidFill>
                <a:latin typeface="Malgun Gothic"/>
              </a:rPr>
              <a:t>• 추천된 진단 워크숍 또는 6주 파일럿 범위를 판단한다</a:t>
            </a:r>
          </a:p>
          <a:p>
            <a:r>
              <a:rPr sz="1000" b="0">
                <a:solidFill>
                  <a:srgbClr val="1F3A5F"/>
                </a:solidFill>
                <a:latin typeface="Malgun Gothic"/>
              </a:rPr>
              <a:t>• 자기 조직용 전환 요약으로 상담을 준비한다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965960"/>
            <a:ext cx="54864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sz="1300" b="1">
                <a:solidFill>
                  <a:srgbClr val="2E5E8C"/>
                </a:solidFill>
                <a:latin typeface="Malgun Gothic"/>
              </a:rPr>
              <a:t>상품 A · 진단 워크숍</a:t>
            </a:r>
          </a:p>
          <a:p>
            <a:r>
              <a:rPr sz="1100" b="0">
                <a:solidFill>
                  <a:srgbClr val="555A60"/>
                </a:solidFill>
                <a:latin typeface="Malgun Gothic"/>
              </a:rPr>
              <a:t>• 1~2일 · 초기형 300만–500만원 · 확장형 500만–800만원</a:t>
            </a:r>
          </a:p>
          <a:p>
            <a:r>
              <a:rPr sz="1100" b="0">
                <a:solidFill>
                  <a:srgbClr val="555A60"/>
                </a:solidFill>
                <a:latin typeface="Malgun Gothic"/>
              </a:rPr>
              <a:t>• 현재 흐름 진단 · 후보 선정 · 위험 분리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2E5E8C"/>
                </a:solidFill>
                <a:latin typeface="Malgun Gothic"/>
              </a:rPr>
              <a:t>상품 B1 · 디자인 파트너 파일럿</a:t>
            </a:r>
          </a:p>
          <a:p>
            <a:r>
              <a:rPr sz="1100" b="0">
                <a:solidFill>
                  <a:srgbClr val="555A60"/>
                </a:solidFill>
                <a:latin typeface="Malgun Gothic"/>
              </a:rPr>
              <a:t>• 6주 · 1팀 · 1업무 · 1,000만–1,500만원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2E5E8C"/>
                </a:solidFill>
                <a:latin typeface="Malgun Gothic"/>
              </a:rPr>
              <a:t>상품 B2 · 표준 6주 파일럿</a:t>
            </a:r>
          </a:p>
          <a:p>
            <a:r>
              <a:rPr sz="1100" b="0">
                <a:solidFill>
                  <a:srgbClr val="555A60"/>
                </a:solidFill>
                <a:latin typeface="Malgun Gothic"/>
              </a:rPr>
              <a:t>• 6주 · 1,500만–2,500만원</a:t>
            </a:r>
          </a:p>
          <a:p>
            <a:r>
              <a:rPr sz="1100" b="0">
                <a:solidFill>
                  <a:srgbClr val="555A60"/>
                </a:solidFill>
                <a:latin typeface="Malgun Gothic"/>
              </a:rPr>
              <a:t>• 기준선·교육·재설계·파일럿·성과·플레이북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2E5E8C"/>
                </a:solidFill>
                <a:latin typeface="Malgun Gothic"/>
              </a:rPr>
              <a:t>상품 C · 운영 자문 · 월 300만–600만원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892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5E8C"/>
                </a:solidFill>
                <a:latin typeface="Malgun Gothic"/>
              </a:rPr>
              <a:t>다음 행동: 진단 워크숍 또는 6주 파일럿 범위 확인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55A60"/>
                </a:solidFill>
                <a:latin typeface="Malgun Gothic"/>
              </a:rPr>
              <a:t>바꾸고 싶은 미디어 업무 1건 선정 → 현재 흐름·병목·사람 검토 지점 확인 → 고객별 범위와 가격 가설을 다시 승인한 뒤 견적 제안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9788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A60"/>
                </a:solidFill>
                <a:latin typeface="Malgun Gothic"/>
              </a:rPr>
              <a:t>파디엠 · DRAFT</a:t>
            </a:r>
          </a:p>
          <a:p>
            <a:r>
              <a:rPr sz="900" b="0">
                <a:solidFill>
                  <a:srgbClr val="555A60"/>
                </a:solidFill>
                <a:latin typeface="Malgun Gothic"/>
              </a:rPr>
              <a:t>가격은 시장 검증 전 가설이며 범위·인원·기간에 따라 달라질 수 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2026-09-03T00:00:00Z</dcterms:created>
  <dcterms:modified xsi:type="dcterms:W3CDTF">2026-09-03T00:00:00Z</dcterms:modified>
  <cp:category/>
</cp:coreProperties>
</file>