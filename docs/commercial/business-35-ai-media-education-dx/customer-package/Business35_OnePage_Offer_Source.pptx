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3172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홍보·교육·콘텐츠 제작 수작업 · AI 사용 개인 단위 · 검토·승인 기준 부재 · 개인정보·저작권·사람 검토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7단계 방식</a:t>
            </a:r>
          </a:p>
          <a:p>
            <a:r>
              <a:rPr sz="1300" b="0">
                <a:solidFill>
                  <a:srgbClr val="1F3A5F"/>
                </a:solidFill>
                <a:latin typeface="Malgun Gothic"/>
              </a:rPr>
              <a:t>진단 → 직무 교육 → 실제 실습 → 워크플로 재설계 → 제한 파일럿 → 성과 측정 → 운영 플레이북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69080"/>
            <a:ext cx="11155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상품 A / B / C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A 진단 워크숍 300만–800만원 (초기 300만–500만원)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B 디자인 파트너 파일럿 1,000만–1,500만원 · B 표준 6주 파일럿 1,500만–2,500만원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C 조직 운영 자문 월 300만–600만원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r>
              <a:rPr sz="13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A60"/>
                </a:solidFill>
                <a:latin typeface="Malgun Gothic"/>
              </a:rPr>
              <a:t>CUSTOMER-FACING MASTER · FINAL IDENTITY REQUIRED · LEGAL REVIEW REQUIRED · NOT YET SENT  ·  제안 제공자 정보는 발송 전 최종 확정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자사 가격 가설 · 범위와 인원·기간에 따라 최종 견적 · VAT는 최종 견적서에서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