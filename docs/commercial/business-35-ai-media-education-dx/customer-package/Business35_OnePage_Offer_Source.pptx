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1페이지 안에 문제·방식·상품·가격·다음 단계를 설명한다.</a:t>
            </a:r>
          </a:p>
          <a:p/>
          <a:p>
            <a:r>
              <a:t>고객에게 물어볼 질문: 어떤 업무가 가장 시간이 많이 걸리나요?</a:t>
            </a:r>
          </a:p>
          <a:p/>
          <a:p>
            <a:r>
              <a:t>과장해서는 안 되는 부분: 가격을 확정 가격처럼 말하지 않고,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201168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  <a:p>
            <a:r>
              <a:rPr sz="1600">
                <a:solidFill>
                  <a:srgbClr val="C9D6E3"/>
                </a:solidFill>
                <a:latin typeface="Malgun Gothic"/>
              </a:rPr>
              <a:t>AI 업무전환 프로그램 — 1페이지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Malgun Gothic"/>
              </a:rPr>
              <a:t>교육에서 끝나지 않고, 실제 업무 진단·실습·워크플로 재설계·파일럿·측정·운영 플레이북까지 연결합니다.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고객의 현재 문제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수작업 콘텐츠 제작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개인별 AI 사용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검토·승인 기준 부재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개인정보·저작권 위험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Business 35 방식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진단 → 직무 교육 → 실제 실습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워크플로 재설계 → 제한 파일럿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성과 측정 → 운영 플레이북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9659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A · 진단 워크숍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1~2일 · 초기 제안 300만~500만원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현재 흐름 진단 · 후보 선정 · 위험 분리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B · 6주 파일럿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디자인 파트너 1,000만~1,500만원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표준 6주 파일럿 1,500만~2,500만원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기준선·교육·재설계·파일럿·성과·플레이북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C · 운영 자문 · 월 300만~600만원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다음 행동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55A60"/>
                </a:solidFill>
                <a:latin typeface="Malgun Gothic"/>
              </a:rPr>
              <a:t>30분 사전 상담 → 대상 업무 1개 선정 → 진단 워크숍 범위 확정 → 견적·일정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</a:t>
            </a:r>
          </a:p>
          <a:p>
            <a:r>
              <a:rPr sz="900" b="0">
                <a:solidFill>
                  <a:srgbClr val="555A60"/>
                </a:solidFill>
                <a:latin typeface="Malgun Gothic"/>
              </a:rPr>
              <a:t>제공자 정보 최종 확정 필요 · 제안 제공자 정보는 발송 전 최종 확정</a:t>
            </a:r>
          </a:p>
          <a:p>
            <a:r>
              <a:rPr sz="900" b="0">
                <a:solidFill>
                  <a:srgbClr val="555A60"/>
                </a:solidFill>
                <a:latin typeface="Malgun Gothic"/>
              </a:rPr>
              <a:t>가격은 시장 검증 전 자사 가격 가설 · 범위와 인원·기간에 따라 최종 견적 · VAT는 최종 견적서에서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