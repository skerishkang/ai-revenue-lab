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F2933"/>
                </a:solidFill>
                <a:latin typeface="NanumSquareRound"/>
              </a:rPr>
              <a:t>조직의 반복업무를</a:t>
            </a:r>
          </a:p>
          <a:p>
            <a:r>
              <a:rPr sz="4600" b="1">
                <a:solidFill>
                  <a:srgbClr val="2B6CB0"/>
                </a:solidFill>
                <a:latin typeface="NanumSquareRound"/>
              </a:rPr>
              <a:t>검증된 AI 업무 스킬로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B7280"/>
                </a:solidFill>
                <a:latin typeface="NanumSquareRound"/>
              </a:rPr>
              <a:t>입력자료·단계·증거·검토·예외·승인 기준이 포함된 재사용 가능한 AI 업무 스킬 전환 프로그램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5621"/>
                </a:solidFill>
                <a:latin typeface="NanumSquareRound"/>
              </a:rPr>
              <a:t>Business 32 · AI Skill Studio — AI 업무 스킬 전환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제안검토용 DRAFT · 합성 샘플 기반 · 가격은 가설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 · 제공자 정보 최종 확정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현재 문제 — 개인별 프롬프트와 일회성 AI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AI를 개인이 각자 사용하며, 결과물 품질이 사람마다 다릅니다.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프롬프트가 개인 기억에만 남아 팀 자산으로 축적되지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같은 업무를 반복할 때마다 다시 시작합니다(일회성 AI 사용).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검토·승인 기준이 명확하지 않아 결과물을 다시 고쳐야 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실수를 발견해도 다음에 같은 실수가 반복됩니다.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AI가 무엇을 근거로 만들었는지 확인할 방법이 없습니다.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NanumSquareRound"/>
              </a:rPr>
              <a:t>해결 방향: 반복업무 하나를, 증거와 검토·승인 기준이 붙은 재사용 가능한 절차로 전환합니다.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왜 일반 AI 교육만으로는 부족한가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일반 AI 교육은 '할 수 있는 일'을 보여주지만, 조직의 특정 업무를 고정하지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교육 후 개인별 사용으로 돌아가며 조직 절차로 남지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업무별 입력자료·증거·예외·승인 기준은 조직마다 달라 교육으로 규격화되지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교육은 사람 검토·승인 흐름을 업무 절차로 묶지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이 프로그램은 '업무 1개'를 입력·단계·증거·검토·예외·승인 기준을 포함한 스킬로 전환합니다.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Business 32의 전환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반복업무 선정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업무 1개를 고객과 함께 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입력·증거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필수 입력자료와 증거 요구사항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단계 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실행·AI 보조·사람 판단 단계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검토·승인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검토 기준·승인 기준·예외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합성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검증된 프론트엔드로 합성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스킬 카드 납품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검증된 조직 AI 업무 스킬 패키지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검증된 업무 스킬의 구성 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업무 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이 스킬이 해결하는 업무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28016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사용자와 검토자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78308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실행자·검토자 역할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입력자료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78308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필수 입력과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34639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7179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실행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37559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업무 수행 순서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834639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97179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AI 보조 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337559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AI가 돕는 단계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834639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97179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사람 판단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37559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사람이 결정하는 단계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8912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필수 증거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9204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근거 연결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38912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5262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검토·승인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89204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검토 체크와 승인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38912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누락·충돌 처리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89204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자동 추정·자동 판정 금지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94360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6080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예외·금지 사용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4652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예외 경고와 금지 기준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4840" y="594360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7720" y="6080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재실행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644652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수정·재실행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5943600"/>
            <a:ext cx="3566160" cy="1280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6080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F855A"/>
                </a:solidFill>
                <a:latin typeface="NanumSquareRound"/>
              </a:rPr>
              <a:t>버전·다음 검토일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644652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분기 검토·버전 갱신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A — AI 업무 스킬 설계 워크숍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1~2일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34440"/>
            <a:ext cx="4023360" cy="6858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300만~500만원 — 가격 가설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산출물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업무 범위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필요 입력자료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실행 단계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AI 보조 단계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사람 판단 단계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검토 기준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금지 업무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예외 목록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스킬 초안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52120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B — AI 업무 스킬 전환 스프린트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2~3주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34440"/>
            <a:ext cx="4023360" cy="6858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500만~800만원 — 가격 가설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산출물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업무 분석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합성 실행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증거 요구사항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누락·충돌 처리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실행자·검토자 역할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수정·재실행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최종 승인 기준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검증된 스킬 카드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운영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52120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C — 팀 AI 스킬 라이브러리 파일럿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4~6주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34440"/>
            <a:ext cx="3291840" cy="685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3개 · 팀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34440"/>
            <a:ext cx="4023360" cy="6858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1,200만~2,000만원 — 가격 가설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산출물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검증된 스킬 3개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역할·승인 기준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버전 관리 기준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금지 사용 기준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분기 검토 일정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• 팀 운영 플레이북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52120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가격 가설 · 적합 고객 · 위험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486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Offer A (1~2일): 300만~500만원 — 가격 가설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Offer B (2~3주): 500만~800만원 — 가격 가설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Offer C (4~6주): 1,200만~2,000만원 — 가격 가설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구독·분기 검토: 가설 범위·산정 기준만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적합: 반복업무 주 1회 이상, 검토·승인자 존재, 업무 1개 파일럿 가능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비적합: 전사 자동화 요구, 사람 검토 배제, 성과 보장 요구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경계: 정확성 보장·오류 없음·직원 대체 표현 금지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NanumSquareRound"/>
              </a:rPr>
              <a:t>사람 검토와 승인을 포함하며, 파일럿 결과에 따라 확대 여부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다음 단계 — 반복업무 1개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가격 가설 · 제공자 정보 최종 확정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1단계: Skill Discovery Worksheet으로 반복업무 1개 선정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2단계: 업무 흐름·소요시간·검토 구조만 확인 (실제 파일 불필요)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3단계: Offer A(워크숍) 또는 B(스프린트) 파일럿 진행 여부 검토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4단계: 검증된 스킬 카드 납품 후 분기별 검토·버전 갱신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10881360" cy="118872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NanumSquareRound"/>
              </a:rPr>
              <a:t>첫 상담에서는 고객의 실제 비공개 파일을 요구하지 않습니다. 업무명·단계·소요시간·검토 구조만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