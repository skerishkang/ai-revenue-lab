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표지에서 핵심 제안(무엇을·누구를·진입 상품)을 한 번에 설명한다.</a:t>
            </a:r>
          </a:p>
          <a:p/>
          <a:p>
            <a:r>
              <a:t>고객에게 물어볼 질문: 조직에서 가장 시간이 오래 걸리는 콘텐츠 업무는 무엇인가요?</a:t>
            </a:r>
          </a:p>
          <a:p/>
          <a:p>
            <a:r>
              <a:t>과장해서는 안 되는 부분: 가격을 확정 가격처럼 말하지 않는다.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AI 업무전환 프로그램 — 교육에서 끝나지 않고 실제 업무 변화까지 연결합니다.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· 제공자 정보 및 법률 검토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지역 문화·교육·협회·단체·미디어 기관을 위한 고객용 제안서입니다.</a:t>
            </a:r>
          </a:p>
          <a:p>
            <a:pPr>
              <a:spcBef>
                <a:spcPts val="1400"/>
              </a:spcBef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무엇을 제공하나요?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현재 업무 진단 → 직무 교육 → 실제 실습 → 워크플로 재설계 → 제한 파일럿 → 성과 측정 → 운영 플레이북</a:t>
            </a:r>
          </a:p>
          <a:p>
            <a:pPr>
              <a:spcBef>
                <a:spcPts val="1400"/>
              </a:spcBef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누구를 위한 것인가요?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홍보·교육·콘텐츠 제작을 수작업으로 하고, AI를 개인 단위로만 쓰고 있는 조직</a:t>
            </a:r>
          </a:p>
          <a:p>
            <a:pPr>
              <a:spcBef>
                <a:spcPts val="1400"/>
              </a:spcBef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진입 상품은 무엇인가요?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상품 A · 진단 워크숍 (초기 제안 300만~500만원) → 상품 B · 6주 디자인 파트너 파일럿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현재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콘텐츠 제작은 늘었지만 조직의 기준과 검토체계는 따라오지 못합니다.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A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수작업 제작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홍보물·안내문·뉴스레터 초안이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개인 경험과 수동 검토에 의존합니다.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B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개인별 AI 사용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조직원마다 개인적으로 AI를 쓰지만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 차원의 기준은 없습니다.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8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C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검토 기준 부재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검토·승인 기준, 사용정책, 금지 업무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규칙이 없어 위험이 커집니다.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일반 AI 교육의 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교육 수료와 실제 업무 전환은 다릅니다.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강의를 들어도 업무가 바뀌지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지식 전달은 되지만 조직의 실제 업무 흐름과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연결되지 않으면 변화가 일어나지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정책·검토·승인·측정과 연결되지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교육 수료는 역량 보유를 보장하지 않습니다.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 gate·승인 절차·성과 측정이 없으면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실무 반영이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일반 AI 교육은 지식을 주지만, 조직의 사용정책·검토체계·성과 측정과 연결되지 않아 실제 업무 변화로 이어지지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Business 35 방식 — AI 업무전환 프로그램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진단에서 운영 플레이북까지 이어지는 7단계 업무전환 구조입니다.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370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67328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0952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2182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대상 업무 — 합성 예시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지역 문화·교육·미디어 조직에서 시작하기 쉬운 업무입니다.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 진단을 통해 고객 조직에 맞는 업무 1개를 고릅니다.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A — AI 업무전환 진단 워크숍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짧고 낮은 진입장벽으로 고객의 첫 결정을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1~2일 워크숍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18872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초기 제안 300만~500만원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주요 산출물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현재 업무 흐름 진단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AI 적용 후보 업무 1~3개 선정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위험·금지 업무 분리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실습 결과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경영진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상품 B — 6주 디자인 파트너 파일럿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작게 실행하고, 측정하고, 운영 기준을 남깁니다.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6주 · 1팀 · 1핵심 업무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18872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1,000만~1,500만원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파일럿 진행 흐름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기준선 측정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교육 · 실제 실습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워크플로 재설계 · 사람 검토 gate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제한 파일럿 실행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성과·위험 보고서 · 운영 플레이북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W0 계약·범위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W1 진단·기준선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22192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W2 교육·실습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3248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W3 재설계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4304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W4 제한 파일럿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W5 측정·보완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86416" y="4663440"/>
            <a:ext cx="1481328" cy="68580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W6 결과·플레이북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가격은 시장 검증 전 자사 가격 가설입니다. 6주 상세 일정은 별도 수행계획서(04)에 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KPI·위험관리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속도만 보지 않고 품질·채택·거버넌스를 함께 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 · 사람 검토 gate · 승인 도구 외 사용 금지 · 사고 시 중단 절차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시장 검증 전 자사 가격 가설이며 범위 확인 후 최종 견적을 제시합니다.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진단 워크숍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300만~800만원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초기 제안 300만~500만원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디자인 파트너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표준 파일럿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1,500만~2,500만원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C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운영 자문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월 300만~600만원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월 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 · VAT 조건은 최종 견적서에서 확정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30분 상담에서 대상 업무 하나를 정하고, 워크숍 범위를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제공자 정보 최종 확정 필요  ·  제안 제공자 정보는 발송 전 최종 확정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30분 사전 상담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현재 업무 흐름과 위험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대상 업무 1개 선정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홍보·교육·콘텐츠 중 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참여자·일정·자료 범위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견적·일정 승인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가격 가설 기반 최종 견적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