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B6CB0"/>
                </a:solidFill>
                <a:latin typeface="NanumSquareRound"/>
              </a:rPr>
              <a:t>Business 32 · Verified Skill Card Sample (합성)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933"/>
                </a:solidFill>
                <a:latin typeface="NanumSquareRound"/>
              </a:rPr>
              <a:t>교육 프로그램 안내문 작성 및 검토 — VERIFIED ORGANIZATIONAL AI SKILL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855A"/>
                </a:solidFill>
                <a:latin typeface="NanumSquareRound"/>
              </a:rPr>
              <a:t>업무 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F855A"/>
                </a:solidFill>
                <a:latin typeface="NanumSquareRound"/>
              </a:rPr>
              <a:t>기본 정보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2933"/>
                </a:solidFill>
                <a:latin typeface="NanumSquareRound"/>
              </a:rPr>
              <a:t>소유자(owner)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459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653"/>
                </a:solidFill>
                <a:latin typeface="NanumSquareRound"/>
              </a:rPr>
              <a:t>가상 기관명 A · 교육기획팀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459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2933"/>
                </a:solidFill>
                <a:latin typeface="NanumSquareRound"/>
              </a:rPr>
              <a:t>실행자(active operator)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6459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653"/>
                </a:solidFill>
                <a:latin typeface="NanumSquareRound"/>
              </a:rPr>
              <a:t>홍보 담당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2933"/>
                </a:solidFill>
                <a:latin typeface="NanumSquareRound"/>
              </a:rPr>
              <a:t>검토자(reviewer)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1945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653"/>
                </a:solidFill>
                <a:latin typeface="NanumSquareRound"/>
              </a:rPr>
              <a:t>팀장 · 담당 책임자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1945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2933"/>
                </a:solidFill>
                <a:latin typeface="NanumSquareRound"/>
              </a:rPr>
              <a:t>허용 사용(allowed use)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945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653"/>
                </a:solidFill>
                <a:latin typeface="NanumSquareRound"/>
              </a:rPr>
              <a:t>합성 콘텐츠·프로그램 안내문 작성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7432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2933"/>
                </a:solidFill>
                <a:latin typeface="NanumSquareRound"/>
              </a:rPr>
              <a:t>금지 사용(prohibited use)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743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653"/>
                </a:solidFill>
                <a:latin typeface="NanumSquareRound"/>
              </a:rPr>
              <a:t>실제 개인정보 입력·실제 배포 확정 금지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7432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2933"/>
                </a:solidFill>
                <a:latin typeface="NanumSquareRound"/>
              </a:rPr>
              <a:t>입력자료(required inputs)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743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653"/>
                </a:solidFill>
                <a:latin typeface="NanumSquareRound"/>
              </a:rPr>
              <a:t>가상 프로그램명·일정·대상자·승인자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404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F855A"/>
                </a:solidFill>
                <a:latin typeface="NanumSquareRound"/>
              </a:rPr>
              <a:t>실행 구조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519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2933"/>
                </a:solidFill>
                <a:latin typeface="NanumSquareRound"/>
              </a:rPr>
              <a:t>실행 단계(execution steps)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2519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653"/>
                </a:solidFill>
                <a:latin typeface="NanumSquareRound"/>
              </a:rPr>
              <a:t>입력 확인 → 초안 → 증거 연결 → 검토 → 승인 → 배포안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2519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2933"/>
                </a:solidFill>
                <a:latin typeface="NanumSquareRound"/>
              </a:rPr>
              <a:t>AI 보조 단계(AI-assisted steps)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2519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653"/>
                </a:solidFill>
                <a:latin typeface="NanumSquareRound"/>
              </a:rPr>
              <a:t>안내문 초안 작성 · 문구 정리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8006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2933"/>
                </a:solidFill>
                <a:latin typeface="NanumSquareRound"/>
              </a:rPr>
              <a:t>사람 판단 단계(human actions)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4800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653"/>
                </a:solidFill>
                <a:latin typeface="NanumSquareRound"/>
              </a:rPr>
              <a:t>사실 확인 · 일정·대상자 확정 · 검토 · 승인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8006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2933"/>
                </a:solidFill>
                <a:latin typeface="NanumSquareRound"/>
              </a:rPr>
              <a:t>필수 증거(evidence requirements)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800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653"/>
                </a:solidFill>
                <a:latin typeface="NanumSquareRound"/>
              </a:rPr>
              <a:t>가상 일정·대상자 근거 연결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3492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2933"/>
                </a:solidFill>
                <a:latin typeface="NanumSquareRound"/>
              </a:rPr>
              <a:t>검토 기준(review checks)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53492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653"/>
                </a:solidFill>
                <a:latin typeface="NanumSquareRound"/>
              </a:rPr>
              <a:t>사실 일치 · 대상자 적합 · 금지 사용 없음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53492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2933"/>
                </a:solidFill>
                <a:latin typeface="NanumSquareRound"/>
              </a:rPr>
              <a:t>승인 기준(approval record)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3492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653"/>
                </a:solidFill>
                <a:latin typeface="NanumSquareRound"/>
              </a:rPr>
              <a:t>담당 책임자 최종 승인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anumSquareRound"/>
              </a:rPr>
              <a:t>SAMPLE · SYNTHETIC · HUMAN REVIEW REQUIRED · NOT AUTOMATICALLY APPROVED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NanumSquareRound"/>
              </a:rPr>
              <a:t>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B6CB0"/>
                </a:solidFill>
                <a:latin typeface="NanumSquareRound"/>
              </a:rPr>
              <a:t>Business 32 · Verified Skill Card Sample (합성) —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F855A"/>
                </a:solidFill>
                <a:latin typeface="NanumSquareRound"/>
              </a:rPr>
              <a:t>처리·경계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2933"/>
                </a:solidFill>
                <a:latin typeface="NanumSquareRound"/>
              </a:rPr>
              <a:t>누락 처리(missing-evidence)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16459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653"/>
                </a:solidFill>
                <a:latin typeface="NanumSquareRound"/>
              </a:rPr>
              <a:t>보완 요청 또는 중단 · 자동 추정 금지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6459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2933"/>
                </a:solidFill>
                <a:latin typeface="NanumSquareRound"/>
              </a:rPr>
              <a:t>충돌 처리(conflicting-evidence)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459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653"/>
                </a:solidFill>
                <a:latin typeface="NanumSquareRound"/>
              </a:rPr>
              <a:t>사람 판단 · 자동 최선 금지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2933"/>
                </a:solidFill>
                <a:latin typeface="NanumSquareRound"/>
              </a:rPr>
              <a:t>예외(known exceptions)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1945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653"/>
                </a:solidFill>
                <a:latin typeface="NanumSquareRound"/>
              </a:rPr>
              <a:t>긴급 변경 시 규칙 재검토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1945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2933"/>
                </a:solidFill>
                <a:latin typeface="NanumSquareRound"/>
              </a:rPr>
              <a:t>재실행 조건(rollback condition)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945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653"/>
                </a:solidFill>
                <a:latin typeface="NanumSquareRound"/>
              </a:rPr>
              <a:t>승인 전 수정 시 절차 재실행 · 이전 버전 복귀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2933"/>
                </a:solidFill>
                <a:latin typeface="NanumSquareRound"/>
              </a:rPr>
              <a:t>출력 형식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743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653"/>
                </a:solidFill>
                <a:latin typeface="NanumSquareRound"/>
              </a:rPr>
              <a:t>안내문 원고(문서·이메일·SNS 초안)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7432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2933"/>
                </a:solidFill>
                <a:latin typeface="NanumSquareRound"/>
              </a:rPr>
              <a:t>버전(version)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43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653"/>
                </a:solidFill>
                <a:latin typeface="NanumSquareRound"/>
              </a:rPr>
              <a:t>1.0 (합성)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3832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5621"/>
                </a:solidFill>
                <a:latin typeface="NanumSquareRound"/>
              </a:rPr>
              <a:t>다음 검토일(next review date): 2026-11-01 (합성)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2336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933"/>
                </a:solidFill>
                <a:latin typeface="NanumSquareRound"/>
              </a:rPr>
              <a:t>이 카드는 SAMPLE·SYNTHETIC이며, 실제 조직 스킬이 아닙니다. 사람 검토와 승인 없이는 어떤 결과도 확정되지 않습니다. AI가 자동 승인하지 않습니다.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anumSquareRound"/>
              </a:rPr>
              <a:t>SAMPLE · SYNTHETIC · HUMAN REVIEW REQUIRED · NOT AUTOMATICALLY APPROVED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NanumSquareRound"/>
              </a:rPr>
              <a:t>가격 가설 · 제공자 정보 최종 확정 필요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